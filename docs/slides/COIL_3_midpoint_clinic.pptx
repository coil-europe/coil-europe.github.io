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Mid-point clinic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Check how every team is doing and solve problems with the methods before deliverable 2 (week 6).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16 Nov – 22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 updates: each team presents its slide in 2 minutes.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Methods clinic in break-out rooms: regression, classification, PCA and clustering. Teachers rotate between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Wrap-up: what to submit in deliverable 2.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UPDATES · 2 MINUTES PER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one slide with four boxes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research question in one sentence.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Indicators, countries and years you use.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0" y="2788920"/>
            <a:ext cx="2606040" cy="146304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want help with today.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0604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188720"/>
            <a:ext cx="64008" cy="306324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81928" y="1645920"/>
            <a:ext cx="228600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only. The template is in the student templates file on the website.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presents; 2 minutes, timed.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 about the problem: that is what the clinic is for.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your question, not from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46888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your question is…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from the COIL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and a scatter plot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use and income (r = 0.73)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when X changes, other things equal?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 unemployment, education and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relation hold within countries over time?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 with country fixed effects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and health expenditure, 2010–2023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group does a country belong to (high/low)?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(logistic regression)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or low female participation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component analysis (PCA)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indicators → development and ageing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(k-means)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profiles of European countries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is explained step by step in the methods module on the website: menus first, code optional.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we see every year, and what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only have about 30 observations."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2–3 explanatory variables at most, report n, or move to the panel (countries × years).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coefficient has the wrong sign."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scatter plot first: outliers, units, and variables you left out.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 = 0.08: is it significant?"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it as weak evidence, with the confidence interval. Do not try models until one works.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"Montenegro has no data."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missing-values rules: change year or indicator, leave out, interpolate, or another source.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cannot name the components."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loadings above 0.4 in absolute value. The sign of a component is arbitrary.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"k-means gives other groups each time."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Standardise, fix the seed, use many starts (n_init / nstart = 25).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"Countries have different years."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same year for all, or the average of three years.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three countries do not fit."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finding. Explain it with the national context.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SUNDAY 29 NOVEMBER, 23:59 CET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 2 · Analysis report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5778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include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525780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dataset you analysed and a data dictionary (name, code, definition, unit, source and years of every variable), with missing values and how you handled them.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analysis: descriptive statistics and at least three charts, one comparing Spain, Slovakia and Montenegro with the rest of Europe.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classification: model specification, results table and interpretation in plain English.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clustering: variance explained, number of clusters and why, and where Spain, Slovakia and Montenegro fall.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(sample size, missing data, causality) and your three main conclusions.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note on your use of AI tools (which tool, for what, and how you checked the result), or a sentence saying you did not use any.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24231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143000"/>
            <a:ext cx="64008" cy="342900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2527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4808" y="1600200"/>
            <a:ext cx="210312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made with the Word template, saved as PDF + your analysis file (Python or R notebook, Gretl script or Power BI file). Add your dataset only if you used data from outside the COIL dataset. Submit it with the Submit button on the website.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now to the final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and classification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regression or classification model is estimated and interpreted.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42032" y="1234440"/>
            <a:ext cx="1920240" cy="29260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9192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 and clustering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79192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 due Sunday 29 November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26864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64024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feedback and rehearsal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64024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slides ready after feedback from another team; the presentation has been rehearsed.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11696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48856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online presentation and reflection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48856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 due Sunday 13 December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Mid-point clinic</dc:title>
  <dc:subject>PptxGenJS Presentation</dc:subject>
  <dc:creator>Ulysseus COIL teaching team</dc:creator>
  <cp:lastModifiedBy>Ulysseus COIL teaching team</cp:lastModifiedBy>
  <cp:revision>1</cp:revision>
  <dcterms:created xsi:type="dcterms:W3CDTF">2026-10-19T10:55:13Z</dcterms:created>
  <dcterms:modified xsi:type="dcterms:W3CDTF">2026-10-19T10:55:13Z</dcterms:modified>
</cp:coreProperties>
</file>