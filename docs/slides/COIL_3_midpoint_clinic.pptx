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309360" y="-1463040"/>
            <a:ext cx="4572000" cy="4572000"/>
          </a:xfrm>
          <a:prstGeom prst="ellipse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223760" y="2011680"/>
            <a:ext cx="3108960" cy="3108960"/>
          </a:xfrm>
          <a:prstGeom prst="ellipse">
            <a:avLst/>
          </a:prstGeom>
          <a:solidFill>
            <a:srgbClr val="E55A5A">
              <a:alpha val="15000"/>
            </a:srgbClr>
          </a:solidFill>
          <a:ln w="12700">
            <a:solidFill>
              <a:srgbClr val="E55A5A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85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SESSION · WEEK 5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005840"/>
            <a:ext cx="6949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Mid-point clinic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640080" y="233172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Europe with Data. Check how every team is doing and solve problems with the methods before deliverable 2 (week 6).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301752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· 9 Nov – 15 Nov 2026 · 45 minutes · Microsoft Teams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886200"/>
            <a:ext cx="5062347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4069080"/>
            <a:ext cx="1203579" cy="411480"/>
          </a:xfrm>
          <a:prstGeom prst="rect">
            <a:avLst/>
          </a:prstGeom>
        </p:spPr>
      </p:pic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3739" y="4000500"/>
            <a:ext cx="603504" cy="548640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8723" y="4000500"/>
            <a:ext cx="994410" cy="548640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4613" y="4000500"/>
            <a:ext cx="569214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 · 45 MINUTES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 will do today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Mid-point clinic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325880"/>
            <a:ext cx="3621024" cy="50292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325880"/>
            <a:ext cx="3621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114800" y="1325880"/>
            <a:ext cx="3621024" cy="50292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0" y="1325880"/>
            <a:ext cx="36210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0" y="1325880"/>
            <a:ext cx="877824" cy="50292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0" y="1325880"/>
            <a:ext cx="8778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12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11680"/>
          <a:ext cx="82296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74066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12A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Lightning updates: each team presents its slide in 2 minutes.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55A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Methods clinic in break-out rooms: regression, classification, PCA and clustering. Teachers rotate between teams.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2A9D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min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Wrap-up: what to submit in deliverable 2.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LIGHTNING UPDATES · 2 MINUTES PER TEAM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Bring one slide with four boxes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Mid-point clinic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606040" cy="146304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29844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164592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research question in one sentence.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200400" y="1188720"/>
            <a:ext cx="2606040" cy="146304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7560" y="129844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337560" y="164592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Indicators, countries and years you use.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57200" y="2788920"/>
            <a:ext cx="2606040" cy="1463040"/>
          </a:xfrm>
          <a:prstGeom prst="rect">
            <a:avLst/>
          </a:prstGeom>
          <a:solidFill>
            <a:srgbClr val="F4F3F9"/>
          </a:solidFill>
          <a:ln w="12700">
            <a:solidFill>
              <a:srgbClr val="DDDA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289864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result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94360" y="324612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chart or one number, with one sentence of interpretation.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200400" y="2788920"/>
            <a:ext cx="2606040" cy="1463040"/>
          </a:xfrm>
          <a:prstGeom prst="rect">
            <a:avLst/>
          </a:prstGeom>
          <a:solidFill>
            <a:srgbClr val="FDEEEE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37560" y="289864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problem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337560" y="3246120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thing you want help with today.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080760" y="1188720"/>
            <a:ext cx="2606040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080760" y="1188720"/>
            <a:ext cx="64008" cy="306324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81928" y="129844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281928" y="1645920"/>
            <a:ext cx="228600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slide only. The template is in the student templates file on the website.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team member presents; 2 minutes, timed.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honest about the problem: that is what the clinic is for.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METHOD?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Start from your question, not from the method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Mid-point clinic</a:t>
            </a:r>
            <a:endParaRPr lang="en-US" sz="8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468880"/>
                <a:gridCol w="26517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your question is…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Use…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 from the COIL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two indicators move together?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Correlation and a scatter plot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Internet use and income (r = 0.73)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much does Y change when X changes, other things equal?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regression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Youth unemployment, education and income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Does the relation hold within countries over time?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Panel regression with country fixed effects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Ageing and health expenditure, 2010–2023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group does a country belong to (high/low)?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Classification (logistic regression)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or low female participation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 many indicators be summarised in a few?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Principal component analysis (PCA)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Six indicators → development and ageing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countries look alike?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Clustering (k-means)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 profiles of European countries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023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method is explained step by step in the methods module on the website: menus first, code optional.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Problems we see every year, and what to do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Mid-point clinic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"We only have about 30 observations."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371600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2–3 explanatory variables at most, report n, or move to the panel (countries × years).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663440" y="10972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coefficient has the wrong sign."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663440" y="1371600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the scatter plot first: outliers, units, and variables you left out.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199339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 = 0.08: is it significant?"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267712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it as weak evidence, with the confidence interval. Do not try models until one works.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63440" y="199339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"Montenegro has no data."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663440" y="2267712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missing-values rules: change year or indicator, leave out, interpolate, or another source.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" y="288950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"We cannot name the components."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3163824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loadings above 0.4 in absolute value. The sign of a component is arbitrary.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63440" y="288950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"k-means gives other groups each time."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663440" y="3163824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Standardise, fix the seed, use many starts (n_init / nstart = 25).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378561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"Countries have different years."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7200" y="4059936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same year for all, or the average of three years.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663440" y="378561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"Our three countries do not fit."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663440" y="4059936"/>
            <a:ext cx="4023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a finding. Explain it with the national context.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SUNDAY 22 NOVEMBER, 23:59 CET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Deliverable 2 · Analysis notebook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Mid-point clinic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557784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43000"/>
            <a:ext cx="64008" cy="342900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52728"/>
            <a:ext cx="5257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must include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1600200"/>
            <a:ext cx="5257800" cy="2898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Data: the dataset you analysed and a data dictionary (name, code, definition, unit, source and years of every variable), with missing values and how you handled them.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Exploratory analysis: descriptive statistics and at least three charts, one comparing Spain, Slovakia and Montenegro with the rest of Europe.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or classification: model specification, results table and interpretation in plain English.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and clustering: variance explained, number of clusters and why, and where Spain, Slovakia and Montenegro fall.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(sample size, missing data, causality) and your three main conclusions.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note on your use of AI tools (which tool, for what, and how you checked the result), or a sentence saying you did not use any.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263640" y="1143000"/>
            <a:ext cx="2423160" cy="342900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63640" y="1143000"/>
            <a:ext cx="64008" cy="342900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64808" y="125272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64808" y="1600200"/>
            <a:ext cx="2103120" cy="2898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or R notebook (.ipynb, .Rmd or Quarto), or Gretl script (.inp) with its output, + exported HTML or PDF + your dataset (CSV or Excel). Submit it with the Submit button on the website.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WRAP-UP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now to the final presentation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Mid-point clinic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1920240" cy="2926080"/>
          </a:xfrm>
          <a:prstGeom prst="rect">
            <a:avLst/>
          </a:prstGeom>
          <a:solidFill>
            <a:srgbClr val="F4F3F9"/>
          </a:solidFill>
          <a:ln w="12700">
            <a:solidFill>
              <a:srgbClr val="F4F3F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3716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94360" y="173736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and classification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94360" y="2468880"/>
            <a:ext cx="1691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regression or classification model is estimated and interpreted.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542032" y="1234440"/>
            <a:ext cx="1920240" cy="292608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679192" y="13716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679192" y="173736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Dimensionality reduction and clustering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679192" y="2468880"/>
            <a:ext cx="1691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 2 due Sunday 22 November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26864" y="1234440"/>
            <a:ext cx="1920240" cy="2926080"/>
          </a:xfrm>
          <a:prstGeom prst="rect">
            <a:avLst/>
          </a:prstGeom>
          <a:solidFill>
            <a:srgbClr val="F4F3F9"/>
          </a:solidFill>
          <a:ln w="12700">
            <a:solidFill>
              <a:srgbClr val="F4F3F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64024" y="13716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7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764024" y="173736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 and data storytelling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764024" y="2468880"/>
            <a:ext cx="1691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first version of your dashboard, shown to another team for feedback.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711696" y="1234440"/>
            <a:ext cx="1920240" cy="2926080"/>
          </a:xfrm>
          <a:prstGeom prst="rect">
            <a:avLst/>
          </a:prstGeom>
          <a:solidFill>
            <a:srgbClr val="F4F3F9"/>
          </a:solidFill>
          <a:ln w="12700">
            <a:solidFill>
              <a:srgbClr val="F4F3F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48856" y="13716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848856" y="173736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dashboard and rehearsal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48856" y="2468880"/>
            <a:ext cx="1691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dashboard and slides ready; the presentation has been rehearsed.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Comparing Europe with Data · Mid-point clinic</dc:title>
  <dc:subject>PptxGenJS Presentation</dc:subject>
  <dc:creator>Ulysseus COIL teaching team</dc:creator>
  <cp:lastModifiedBy>Ulysseus COIL teaching team</cp:lastModifiedBy>
  <cp:revision>1</cp:revision>
  <dcterms:created xsi:type="dcterms:W3CDTF">2026-10-09T10:49:32Z</dcterms:created>
  <dcterms:modified xsi:type="dcterms:W3CDTF">2026-10-09T10:49:32Z</dcterms:modified>
</cp:coreProperties>
</file>