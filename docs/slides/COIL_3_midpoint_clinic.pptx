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-146304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011680"/>
            <a:ext cx="3108960" cy="3108960"/>
          </a:xfrm>
          <a:prstGeom prst="ellipse">
            <a:avLst/>
          </a:prstGeom>
          <a:solidFill>
            <a:srgbClr val="E55A5A">
              <a:alpha val="15000"/>
            </a:srgbClr>
          </a:solidFill>
          <a:ln w="12700">
            <a:solidFill>
              <a:srgbClr val="E55A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SESSION · WEEK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Mid-point clinic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Europe with Data. Check how every team is doing and solve problems with the methods before deliverable 2 (week 6).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16 Nov – 22 Nov 2026 · 45 minutes · Microsoft Teams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506234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069080"/>
            <a:ext cx="1203579" cy="41148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39" y="4000500"/>
            <a:ext cx="603504" cy="54864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723" y="4000500"/>
            <a:ext cx="994410" cy="54864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613" y="4000500"/>
            <a:ext cx="569214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45 MINUTES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do today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Mid-point clinic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621024" cy="50292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1325880"/>
            <a:ext cx="3621024" cy="50292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32588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1325880"/>
            <a:ext cx="877824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32588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7406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12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Lightning updates: each team presents its slide in 2 minutes.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5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 clinic in break-out rooms: regression, classification, PCA and clustering. Teachers rotate between teams.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Wrap-up: what to submit in deliverable 2.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UPDATES · 2 MINUTES PER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one slide with four boxes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Mid-point clinic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46304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research question in one sentence.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06040" cy="146304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Indicators, countries and years you use.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2606040" cy="146304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98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result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246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chart or one number, with one sentence of interpretation.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0" y="2788920"/>
            <a:ext cx="2606040" cy="1463040"/>
          </a:xfrm>
          <a:prstGeom prst="rect">
            <a:avLst/>
          </a:prstGeom>
          <a:solidFill>
            <a:srgbClr val="FDEEEE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898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problem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3246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you want help with today.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0604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188720"/>
            <a:ext cx="64008" cy="306324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2984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1928" y="1645920"/>
            <a:ext cx="228600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only. The template is in the student templates file on the website.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 member presents; 2 minutes, timed.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 about the problem: that is what the clinic is for.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from your question, not from the method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Mid-point clinic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46888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your question is…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from the COIL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two indicators move together?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and a scatter plot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use and income (r = 0.73)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does Y change when X changes, other things equal?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Youth unemployment, education and income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relation hold within countries over time?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regression with country fixed effects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Ageing and health expenditure, 2010–2023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group does a country belong to (high/low)?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(logistic regression)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or low female participation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many indicators be summarised in a few?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component analysis (PCA)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indicators → development and ageing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countries look alike?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(k-means)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profiles of European countries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method is explained step by step in the methods module on the website: menus first, code optional.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Problems we see every year, and what to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Mid-point clinic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only have about 30 observations."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2–3 explanatory variables at most, report n, or move to the panel (countries × years).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coefficient has the wrong sign."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3716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scatter plot first: outliers, units, and variables you left out.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 = 0.08: is it significant?"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 as weak evidence, with the confidence interval. Do not try models until one works.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993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"Montenegro has no data."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26771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missing-values rules: change year or indicator, leave out, interpolate, or another source.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895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cannot name the components."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6382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loadings above 0.4 in absolute value. The sign of a component is arbitrary.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28895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"k-means gives other groups each time."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16382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Standardise, fix the seed, use many starts (n_init / nstart = 25).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7856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"Countries have different years."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5993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year for all, or the average of three years.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37856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three countries do not fit."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405993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finding. Explain it with the national context.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SUNDAY 29 NOVEMBER, 23:59 CET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 2 · Analysis notebook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Mid-point clinic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5778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64008" cy="342900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5272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include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600200"/>
            <a:ext cx="525780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the dataset you analysed and a data dictionary (name, code, definition, unit, source and years of every variable), with missing values and how you handled them.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analysis: descriptive statistics and at least three charts, one comparing Spain, Slovakia and Montenegro with the rest of Europe.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or classification: model specification, results table and interpretation in plain English.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and clustering: variance explained, number of clusters and why, and where Spain, Slovakia and Montenegro fall.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(sample size, missing data, causality) and your three main conclusions.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note on your use of AI tools (which tool, for what, and how you checked the result), or a sentence saying you did not use any.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143000"/>
            <a:ext cx="242316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143000"/>
            <a:ext cx="64008" cy="342900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252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64808" y="1600200"/>
            <a:ext cx="210312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analysis file (Python or R notebook, Gretl script or session, or Power BI file) + a PDF or HTML report with all results + your dataset (CSV or Excel). Submit it with the Submit button on the website.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now to the final presentation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Mid-point clinic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20240" cy="2926080"/>
          </a:xfrm>
          <a:prstGeom prst="rect">
            <a:avLst/>
          </a:prstGeom>
          <a:solidFill>
            <a:srgbClr val="F4F3F9"/>
          </a:solidFill>
          <a:ln w="12700">
            <a:solidFill>
              <a:srgbClr val="F4F3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and classification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1691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regression or classification model is estimated and interpreted.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42032" y="1234440"/>
            <a:ext cx="1920240" cy="292608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79192" y="17373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and clustering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79192" y="2468880"/>
            <a:ext cx="1691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2 due Sunday 29 November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26864" y="1234440"/>
            <a:ext cx="1920240" cy="2926080"/>
          </a:xfrm>
          <a:prstGeom prst="rect">
            <a:avLst/>
          </a:prstGeom>
          <a:solidFill>
            <a:srgbClr val="F4F3F9"/>
          </a:solidFill>
          <a:ln w="12700">
            <a:solidFill>
              <a:srgbClr val="F4F3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64024" y="17373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feedback and rehearsal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4024" y="2468880"/>
            <a:ext cx="1691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dashboard and slides ready after feedback from another team; the presentation has been rehearsed.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11696" y="1234440"/>
            <a:ext cx="1920240" cy="2926080"/>
          </a:xfrm>
          <a:prstGeom prst="rect">
            <a:avLst/>
          </a:prstGeom>
          <a:solidFill>
            <a:srgbClr val="F4F3F9"/>
          </a:solidFill>
          <a:ln w="12700">
            <a:solidFill>
              <a:srgbClr val="F4F3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48856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48856" y="17373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online presentation and reflection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48856" y="2468880"/>
            <a:ext cx="1691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3 due Sunday 13 December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Europe with Data · Mid-point clinic</dc:title>
  <dc:subject>PptxGenJS Presentation</dc:subject>
  <dc:creator>Ulysseus COIL teaching team</dc:creator>
  <cp:lastModifiedBy>Ulysseus COIL teaching team</cp:lastModifiedBy>
  <cp:revision>1</cp:revision>
  <dcterms:created xsi:type="dcterms:W3CDTF">2026-10-19T10:43:06Z</dcterms:created>
  <dcterms:modified xsi:type="dcterms:W3CDTF">2026-10-19T10:43:06Z</dcterms:modified>
</cp:coreProperties>
</file>