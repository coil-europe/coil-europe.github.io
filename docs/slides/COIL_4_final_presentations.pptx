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presentations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Present your project to students and teachers of the three universities. Compulsory to receive the extra points.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7 Dec – 13 Dec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63642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6364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by the teachers.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presentations: 5 minutes each + 2 minutes of questions and feedback (about five teams per session).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Closing: next steps (final reflection due on Sunday, extra points and certificates) and group photo.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ORDER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minutes per team, two for feedback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210312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Universities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table when the teams are known. With more than five teams there is a second 45-minute session the same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PRESENTERS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presentations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and dashboard are submitted on the website before the session (maximum 6 slides).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82880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minutes, timed. At 4:30 the moderator gives a 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46888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 This is required for the extra points.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10896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shares the screen; the others keep their camera 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74904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 of questions and feedback from teachers and students.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teachers will comment 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answerable with data, relevant for Spain, Slovakia and Montenegro.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139696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39696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9424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49424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indicators and years; gaps handled and explained.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822192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22192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0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31920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method, correctly read; limits stated (small n, causality).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504688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04688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14416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14416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Understandable for a non-specialist in one minute.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87184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7184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96912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96912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presents; the international collaboration shows.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university grades its own students; this feedback is shared, not a grade.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TODAY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5544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Individual, 300–400 words, one-page PDF. Due Sunday 13 December, 23:59 CET, with the Submit button on the website.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5544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points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/ 10 (University of Seville); +10 / 100 (Technical University of Košice · University of Montenegro). Extra points on your course grade for students who complete the final presentation.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26080"/>
            <a:ext cx="64008" cy="15544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0358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38328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of participation in a Ulysseus European University COIL, signed by three European universities: Seville, Košice and Montenegro. Add it to your CV and LinkedIn.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92608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926080"/>
            <a:ext cx="64008" cy="15544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30358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on the website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38328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projects are published in the Projects section (team name and topic only, no personal data).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A3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Hvala · Ďakujeme · Gracias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photo: cameras on, please.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Final presentations</dc:title>
  <dc:subject>PptxGenJS Presentation</dc:subject>
  <dc:creator>Ulysseus COIL teaching team</dc:creator>
  <cp:lastModifiedBy>Ulysseus COIL teaching team</cp:lastModifiedBy>
  <cp:revision>1</cp:revision>
  <dcterms:created xsi:type="dcterms:W3CDTF">2026-10-09T10:38:50Z</dcterms:created>
  <dcterms:modified xsi:type="dcterms:W3CDTF">2026-10-09T10:38:50Z</dcterms:modified>
</cp:coreProperties>
</file>