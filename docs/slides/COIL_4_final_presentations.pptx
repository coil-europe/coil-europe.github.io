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309360" y="-1463040"/>
            <a:ext cx="4572000" cy="4572000"/>
          </a:xfrm>
          <a:prstGeom prst="ellipse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0" y="2011680"/>
            <a:ext cx="3108960" cy="3108960"/>
          </a:xfrm>
          <a:prstGeom prst="ellipse">
            <a:avLst/>
          </a:prstGeom>
          <a:solidFill>
            <a:srgbClr val="E55A5A">
              <a:alpha val="15000"/>
            </a:srgbClr>
          </a:solidFill>
          <a:ln w="12700">
            <a:solidFill>
              <a:srgbClr val="E55A5A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SESSION · WEEK 9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00584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Final presentations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Europe with Data. Present your project to students and teachers of the three universities. Compulsory to receive the extra points.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01752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7 Dec – 13 Dec 2026 · 45 minutes · Microsoft Teams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062347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4069080"/>
            <a:ext cx="1203579" cy="411480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3739" y="4000500"/>
            <a:ext cx="603504" cy="548640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8723" y="4000500"/>
            <a:ext cx="994410" cy="548640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4613" y="4000500"/>
            <a:ext cx="569214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· 45 MINUTES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will do today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Final presentations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77824" cy="50292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25880"/>
            <a:ext cx="877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0" y="1325880"/>
            <a:ext cx="6364224" cy="50292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1325880"/>
            <a:ext cx="6364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0" y="1325880"/>
            <a:ext cx="877824" cy="5029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0" y="1325880"/>
            <a:ext cx="877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74066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12A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Opening by the teachers.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55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presentations: 5 minutes each + 2 minutes of questions and feedback (about five teams per session).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A9D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Closing: next steps (final reflection due on Sunday, extra points and certificates) and group photo.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ORDER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minutes per team, two for feedback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Final presentations</a:t>
            </a:r>
            <a:endParaRPr lang="en-US" sz="8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828800"/>
                <a:gridCol w="2103120"/>
                <a:gridCol w="3200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Starts at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Universities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in the table when the teams are known. With more than five teams there is a second 45-minute session the same week.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PRESENTERS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presentations work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Final presentations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384048" cy="384048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05840" y="1188720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and dashboard are submitted on the website before the session (maximum 6 slides).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384048" cy="384048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1828800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minutes, timed. At 4:30 the moderator gives a sign.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514600"/>
            <a:ext cx="384048" cy="384048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2468880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team member presents a part. This is required for the extra points.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384048" cy="384048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05840" y="3108960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person shares the screen; the others keep their camera on.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3794760"/>
            <a:ext cx="384048" cy="384048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05840" y="3749040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minutes of questions and feedback from teachers and students.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teachers will comment 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Final presentations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1554480" cy="2286000"/>
          </a:xfrm>
          <a:prstGeom prst="rect">
            <a:avLst/>
          </a:prstGeom>
          <a:solidFill>
            <a:srgbClr val="F4F3F9"/>
          </a:solidFill>
          <a:ln w="12700">
            <a:solidFill>
              <a:srgbClr val="F4F3F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34440"/>
            <a:ext cx="1554480" cy="73152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17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66928" y="1828800"/>
            <a:ext cx="1371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Clear, answerable with data, relevant for Spain, Slovakia and Montenegro.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139696" y="1234440"/>
            <a:ext cx="1554480" cy="2286000"/>
          </a:xfrm>
          <a:prstGeom prst="rect">
            <a:avLst/>
          </a:prstGeom>
          <a:solidFill>
            <a:srgbClr val="F4F3F9"/>
          </a:solidFill>
          <a:ln w="12700">
            <a:solidFill>
              <a:srgbClr val="F4F3F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39696" y="1234440"/>
            <a:ext cx="1554480" cy="73152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49424" y="1417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249424" y="1828800"/>
            <a:ext cx="1371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indicators and years; gaps handled and explained.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822192" y="1234440"/>
            <a:ext cx="1554480" cy="2286000"/>
          </a:xfrm>
          <a:prstGeom prst="rect">
            <a:avLst/>
          </a:prstGeom>
          <a:solidFill>
            <a:srgbClr val="F4F3F9"/>
          </a:solidFill>
          <a:ln w="12700">
            <a:solidFill>
              <a:srgbClr val="F4F3F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22192" y="1234440"/>
            <a:ext cx="1554480" cy="73152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931920" y="1417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931920" y="1828800"/>
            <a:ext cx="1371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Suitable method, correctly read; limits stated (small n, causality).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504688" y="1234440"/>
            <a:ext cx="1554480" cy="2286000"/>
          </a:xfrm>
          <a:prstGeom prst="rect">
            <a:avLst/>
          </a:prstGeom>
          <a:solidFill>
            <a:srgbClr val="F4F3F9"/>
          </a:solidFill>
          <a:ln w="12700">
            <a:solidFill>
              <a:srgbClr val="F4F3F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04688" y="1234440"/>
            <a:ext cx="1554480" cy="73152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14416" y="1417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Dashboard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614416" y="1828800"/>
            <a:ext cx="1371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Understandable for a non-specialist in one minute.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187184" y="1234440"/>
            <a:ext cx="1554480" cy="2286000"/>
          </a:xfrm>
          <a:prstGeom prst="rect">
            <a:avLst/>
          </a:prstGeom>
          <a:solidFill>
            <a:srgbClr val="F4F3F9"/>
          </a:solidFill>
          <a:ln w="12700">
            <a:solidFill>
              <a:srgbClr val="F4F3F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87184" y="1234440"/>
            <a:ext cx="1554480" cy="73152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96912" y="1417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296912" y="1828800"/>
            <a:ext cx="1371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presents; the international collaboration shows.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university grades its own students; this feedback is shared, not a grade.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TODAY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Last steps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Final presentations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2336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15544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reflection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37033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Individual, 300–400 words, one-page PDF. Due Sunday 13 December, 23:59 CET, with the Submit button on the website.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188720"/>
            <a:ext cx="402336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188720"/>
            <a:ext cx="64008" cy="15544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9844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points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64608" y="1645920"/>
            <a:ext cx="37033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/ 10 (University of Seville); +10 / 100 (Technical University of Košice · University of Montenegro). Extra points on your course grade for students who complete the final presentation.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402336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926080"/>
            <a:ext cx="64008" cy="155448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30358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8368" y="3383280"/>
            <a:ext cx="37033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 of participation in a Ulysseus European University COIL, signed by three European universities: Seville, Košice and Montenegro. Add it to your CV and LinkedIn.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663440" y="2926080"/>
            <a:ext cx="402336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926080"/>
            <a:ext cx="64008" cy="155448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64608" y="30358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on the website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64608" y="3383280"/>
            <a:ext cx="37033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projects are published in the Projects section (team name and topic only, no personal data).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12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46304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5A3A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Hvala · Ďakujeme · Gracias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photo: cameras on, please.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Comparing Europe with Data · Final presentations</dc:title>
  <dc:subject>PptxGenJS Presentation</dc:subject>
  <dc:creator>Ulysseus COIL teaching team</dc:creator>
  <cp:lastModifiedBy>Ulysseus COIL teaching team</cp:lastModifiedBy>
  <cp:revision>1</cp:revision>
  <dcterms:created xsi:type="dcterms:W3CDTF">2026-10-09T10:49:32Z</dcterms:created>
  <dcterms:modified xsi:type="dcterms:W3CDTF">2026-10-09T10:49:32Z</dcterms:modified>
</cp:coreProperties>
</file>