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309360" y="-1463040"/>
            <a:ext cx="4572000" cy="4572000"/>
          </a:xfrm>
          <a:prstGeom prst="ellipse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223760" y="2011680"/>
            <a:ext cx="3108960" cy="3108960"/>
          </a:xfrm>
          <a:prstGeom prst="ellipse">
            <a:avLst/>
          </a:prstGeom>
          <a:solidFill>
            <a:srgbClr val="E55A5A">
              <a:alpha val="15000"/>
            </a:srgbClr>
          </a:solidFill>
          <a:ln w="12700">
            <a:solidFill>
              <a:srgbClr val="E55A5A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 FOR STUDENTS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005840"/>
            <a:ext cx="6949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slides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233172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Europe with Data. Replace the grey text with yours and delete this first slide and the instructions.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01752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A: lightning update (week 5) · Slides 1–6: final presentation (week 9)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886200"/>
            <a:ext cx="5062347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4069080"/>
            <a:ext cx="1203579" cy="411480"/>
          </a:xfrm>
          <a:prstGeom prst="rect">
            <a:avLst/>
          </a:prstGeom>
        </p:spPr>
      </p:pic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3739" y="4000500"/>
            <a:ext cx="603504" cy="548640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8723" y="4000500"/>
            <a:ext cx="994410" cy="548640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4613" y="4000500"/>
            <a:ext cx="569214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to use these templates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Student templates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02336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64008" cy="320040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9844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Mid-point clinic (week 5)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1645920"/>
            <a:ext cx="3703320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slide A only.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team member presents it in 2 minutes.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in the four boxes; keep the text short.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188720"/>
            <a:ext cx="402336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188720"/>
            <a:ext cx="64008" cy="320040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64608" y="129844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presentation (week 9)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64608" y="1645920"/>
            <a:ext cx="3703320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slides 1 to 6 (maximum 6 slides, 5 minutes).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team member presents a part.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the slides and the dashboard on the website before the session.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AI-use note on slide 6.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A · MID-POINT CLINIC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 name · members and universities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Lightning update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023360" cy="150876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1280160"/>
            <a:ext cx="3749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research question in one sentence, ending with a question mark.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63440" y="1188720"/>
            <a:ext cx="4023360" cy="150876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800600" y="1280160"/>
            <a:ext cx="3749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Indicators (name and code), countries and years.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834640"/>
            <a:ext cx="4023360" cy="160020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594360" y="2926080"/>
            <a:ext cx="3749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RESULT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chart or one number, with one sentence of interpretation.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63440" y="2834640"/>
            <a:ext cx="4023360" cy="1600200"/>
          </a:xfrm>
          <a:prstGeom prst="rect">
            <a:avLst/>
          </a:prstGeom>
          <a:solidFill>
            <a:srgbClr val="FDEEEE"/>
          </a:solidFill>
          <a:ln w="12700">
            <a:solidFill>
              <a:srgbClr val="E55A5A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4800600" y="2926080"/>
            <a:ext cx="3749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PROBLEM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thing we want help with today.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 · TITLE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title: the finding in a few words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Final presentation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8229600" cy="91440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1371600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name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Members: name (university) · name (university) · name (university)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377440"/>
            <a:ext cx="8229600" cy="91440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94360" y="2468880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question, in one sentence.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5262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a title that states the finding ("Richer countries are more digital, but Spain beats its income") is better than a topic ("Digitalisation").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 · QUESTION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this question matters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Final presentation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606040" cy="310896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12801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Spain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here: one or two facts.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73552" y="1188720"/>
            <a:ext cx="2606040" cy="310896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3410712" y="12801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Slovakia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here: one or two facts.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080760" y="1188720"/>
            <a:ext cx="2606040" cy="310896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6217920" y="12801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Montenegro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here: one or two facts.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3 · DATA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Data: what we used and what was missing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Final presentation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937760" cy="310896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1280160"/>
            <a:ext cx="4663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Indicators: name, code, unit, source.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Countries: …  Years: …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of observations: n = …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77840" y="1188720"/>
            <a:ext cx="3108960" cy="310896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715000" y="1280160"/>
            <a:ext cx="2834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 and what we did with them (changed year, left out, interpolated, other source).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4 · METHOD AND RESULT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 result, written as a sentence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Final presentation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5303520" cy="320040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1280160"/>
            <a:ext cx="50292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key chart (one message, title = the finding, units, year, source; Spain, Slovakia and Montenegro highlighted).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943600" y="1188720"/>
            <a:ext cx="2743200" cy="320040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6080760" y="1280160"/>
            <a:ext cx="2468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used and why.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number(s), e.g. coefficient and p-value, accuracy, variance explained, number of clusters.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5 · DASHBOARD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dashboard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Final presentation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292608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1280160"/>
            <a:ext cx="7955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 of the dashboard.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94360" y="4251960"/>
            <a:ext cx="7955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to the dashboard (or "PDF submitted on the website").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6 · CONCLUSIONS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found and what we learned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Final presentation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023360" cy="265176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1280160"/>
            <a:ext cx="37490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findings, one line each.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Limits: sample size, gaps, association not causation.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63440" y="1188720"/>
            <a:ext cx="4023360" cy="265176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800600" y="1280160"/>
            <a:ext cx="37490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 from working in an international team.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977640"/>
            <a:ext cx="8229600" cy="50292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594360" y="4069080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use: which tool, for what, and how we checked the result (or "We did not use AI tools").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Comparing Europe with Data · Student templates</dc:title>
  <dc:subject>PptxGenJS Presentation</dc:subject>
  <dc:creator>Ulysseus COIL teaching team</dc:creator>
  <cp:lastModifiedBy>Ulysseus COIL teaching team</cp:lastModifiedBy>
  <cp:revision>1</cp:revision>
  <dcterms:created xsi:type="dcterms:W3CDTF">2026-10-09T13:00:24Z</dcterms:created>
  <dcterms:modified xsi:type="dcterms:W3CDTF">2026-10-09T13:00:24Z</dcterms:modified>
</cp:coreProperties>
</file>