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-146304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011680"/>
            <a:ext cx="3108960" cy="3108960"/>
          </a:xfrm>
          <a:prstGeom prst="ellipse">
            <a:avLst/>
          </a:prstGeom>
          <a:solidFill>
            <a:srgbClr val="E55A5A">
              <a:alpha val="15000"/>
            </a:srgbClr>
          </a:solidFill>
          <a:ln w="12700">
            <a:solidFill>
              <a:srgbClr val="E55A5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FOR STUDENTS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slides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Europe with Data. Replace the grey text with yours and delete this first slide and the instructions.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A: lightning update (week 5) · Slides 1–6: final presentation (week 9)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5062347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069080"/>
            <a:ext cx="1203579" cy="41148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39" y="4000500"/>
            <a:ext cx="603504" cy="54864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723" y="4000500"/>
            <a:ext cx="994410" cy="54864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613" y="4000500"/>
            <a:ext cx="569214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these templates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Student templates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3200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984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Mid-point clinic (week 5)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645920"/>
            <a:ext cx="37033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slide A only.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team member presents it in 2 minutes.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four boxes; keep the text short.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64008" cy="320040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2984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(week 9)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645920"/>
            <a:ext cx="37033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slides 1 to 6 (maximum 6 slides, 5 minutes).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member presents a part.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slides and the dashboard on the website before the session.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AI-use note on slide 6.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A · MID-POINT CLINIC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name · members and universities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Lightning update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508760"/>
          </a:xfrm>
          <a:prstGeom prst="rect">
            <a:avLst/>
          </a:prstGeom>
          <a:solidFill>
            <a:srgbClr val="F4F3F9"/>
          </a:solidFill>
          <a:ln w="12700">
            <a:solidFill>
              <a:srgbClr val="DDDAE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research question in one sentence, ending with a question mark.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508760"/>
          </a:xfrm>
          <a:prstGeom prst="rect">
            <a:avLst/>
          </a:prstGeom>
          <a:solidFill>
            <a:srgbClr val="F4F3F9"/>
          </a:solidFill>
          <a:ln w="12700">
            <a:solidFill>
              <a:srgbClr val="DDDAE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800600" y="128016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(name and code), countries and years.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023360" cy="1600200"/>
          </a:xfrm>
          <a:prstGeom prst="rect">
            <a:avLst/>
          </a:prstGeom>
          <a:solidFill>
            <a:srgbClr val="F4F3F9"/>
          </a:solidFill>
          <a:ln w="12700">
            <a:solidFill>
              <a:srgbClr val="DDDAE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94360" y="292608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RESULT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chart or one number, with one sentence of interpretation.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834640"/>
            <a:ext cx="4023360" cy="1600200"/>
          </a:xfrm>
          <a:prstGeom prst="rect">
            <a:avLst/>
          </a:prstGeom>
          <a:solidFill>
            <a:srgbClr val="FDEEEE"/>
          </a:solidFill>
          <a:ln w="12700">
            <a:solidFill>
              <a:srgbClr val="E55A5A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800600" y="292608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PROBLEM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we want help with today.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· TITLE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title: the finding in a few words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Final presentation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F4F3F9"/>
          </a:solidFill>
          <a:ln w="12700">
            <a:solidFill>
              <a:srgbClr val="DDDAE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name (university) · name (university) · name (university)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solidFill>
            <a:srgbClr val="F4F3F9"/>
          </a:solidFill>
          <a:ln w="12700">
            <a:solidFill>
              <a:srgbClr val="DDDAE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94360" y="246888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question, in one sentence.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 title that states the finding ("Richer countries are more digital, but Spain beats its income") is better than a topic ("Digitalisation").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· QUESTION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question matters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Final presentation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3108960"/>
          </a:xfrm>
          <a:prstGeom prst="rect">
            <a:avLst/>
          </a:prstGeom>
          <a:solidFill>
            <a:srgbClr val="F4F3F9"/>
          </a:solidFill>
          <a:ln w="12700">
            <a:solidFill>
              <a:srgbClr val="DDDAE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here: one or two facts.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73552" y="1188720"/>
            <a:ext cx="2606040" cy="3108960"/>
          </a:xfrm>
          <a:prstGeom prst="rect">
            <a:avLst/>
          </a:prstGeom>
          <a:solidFill>
            <a:srgbClr val="F4F3F9"/>
          </a:solidFill>
          <a:ln w="12700">
            <a:solidFill>
              <a:srgbClr val="DDDAE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410712" y="128016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Slovakia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here: one or two facts.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188720"/>
            <a:ext cx="2606040" cy="3108960"/>
          </a:xfrm>
          <a:prstGeom prst="rect">
            <a:avLst/>
          </a:prstGeom>
          <a:solidFill>
            <a:srgbClr val="F4F3F9"/>
          </a:solidFill>
          <a:ln w="12700">
            <a:solidFill>
              <a:srgbClr val="DDDAE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217920" y="128016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Montenegro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here: one or two facts.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· 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Data: what we used and what was missing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Final presentation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937760" cy="3108960"/>
          </a:xfrm>
          <a:prstGeom prst="rect">
            <a:avLst/>
          </a:prstGeom>
          <a:solidFill>
            <a:srgbClr val="F4F3F9"/>
          </a:solidFill>
          <a:ln w="12700">
            <a:solidFill>
              <a:srgbClr val="DDDAE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Indicators: name, code, unit, source.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Countries: …  Years: …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observations: n = 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77840" y="1188720"/>
            <a:ext cx="3108960" cy="3108960"/>
          </a:xfrm>
          <a:prstGeom prst="rect">
            <a:avLst/>
          </a:prstGeom>
          <a:solidFill>
            <a:srgbClr val="F4F3F9"/>
          </a:solidFill>
          <a:ln w="12700">
            <a:solidFill>
              <a:srgbClr val="DDDAE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715000" y="128016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and what we did with them (changed year, left out, interpolated, other source).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· METHOD AND 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result, written as a sentence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Final presentation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03520" cy="3200400"/>
          </a:xfrm>
          <a:prstGeom prst="rect">
            <a:avLst/>
          </a:prstGeom>
          <a:solidFill>
            <a:srgbClr val="F4F3F9"/>
          </a:solidFill>
          <a:ln w="12700">
            <a:solidFill>
              <a:srgbClr val="DDDAE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key chart (one message, title = the finding, units, year, source; Spain, Slovakia and Montenegro highlighted).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188720"/>
            <a:ext cx="2743200" cy="3200400"/>
          </a:xfrm>
          <a:prstGeom prst="rect">
            <a:avLst/>
          </a:prstGeom>
          <a:solidFill>
            <a:srgbClr val="F4F3F9"/>
          </a:solidFill>
          <a:ln w="12700">
            <a:solidFill>
              <a:srgbClr val="DDDAE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080760" y="1280160"/>
            <a:ext cx="2468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used and why.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number(s), e.g. coefficient and p-value, accuracy, variance explained, number of clusters.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· DASHBOARD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Final presentation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2926080"/>
          </a:xfrm>
          <a:prstGeom prst="rect">
            <a:avLst/>
          </a:prstGeom>
          <a:solidFill>
            <a:srgbClr val="F4F3F9"/>
          </a:solidFill>
          <a:ln w="12700">
            <a:solidFill>
              <a:srgbClr val="DDDAE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7955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dashboard.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solidFill>
            <a:srgbClr val="F4F3F9"/>
          </a:solidFill>
          <a:ln w="12700">
            <a:solidFill>
              <a:srgbClr val="DDDAE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94360" y="4251960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the dashboard (or "PDF submitted on the website").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· CONCLUSIONS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found and what we learned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Final presentation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2651760"/>
          </a:xfrm>
          <a:prstGeom prst="rect">
            <a:avLst/>
          </a:prstGeom>
          <a:solidFill>
            <a:srgbClr val="F4F3F9"/>
          </a:solidFill>
          <a:ln w="12700">
            <a:solidFill>
              <a:srgbClr val="DDDAE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findings, one line each.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sample size, gaps, association not causation.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2651760"/>
          </a:xfrm>
          <a:prstGeom prst="rect">
            <a:avLst/>
          </a:prstGeom>
          <a:solidFill>
            <a:srgbClr val="F4F3F9"/>
          </a:solidFill>
          <a:ln w="12700">
            <a:solidFill>
              <a:srgbClr val="DDDAE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800600" y="12801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from working in an international team.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solidFill>
            <a:srgbClr val="F4F3F9"/>
          </a:solidFill>
          <a:ln w="12700">
            <a:solidFill>
              <a:srgbClr val="DDDAE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94360" y="40690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use: which tool, for what, and how we checked the result (or "We did not use AI tools").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Comparing Europe with Data · Student templates</dc:title>
  <dc:subject>PptxGenJS Presentation</dc:subject>
  <dc:creator>Ulysseus COIL teaching team</dc:creator>
  <cp:lastModifiedBy>Ulysseus COIL teaching team</cp:lastModifiedBy>
  <cp:revision>1</cp:revision>
  <dcterms:created xsi:type="dcterms:W3CDTF">2026-10-19T10:03:06Z</dcterms:created>
  <dcterms:modified xsi:type="dcterms:W3CDTF">2026-10-19T10:03:06Z</dcterms:modified>
</cp:coreProperties>
</file>