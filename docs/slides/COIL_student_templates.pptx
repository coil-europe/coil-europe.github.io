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9)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slides and the dashboard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 (or "PDF submitted on the website").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2026-10-09T10:49:32Z</dcterms:created>
  <dcterms:modified xsi:type="dcterms:W3CDTF">2026-10-09T10:49:32Z</dcterms:modified>
</cp:coreProperties>
</file>