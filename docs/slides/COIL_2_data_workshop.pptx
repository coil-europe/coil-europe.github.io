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workshop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Be able to load and document the COIL data in your tool (Python, R, Gretl or Power BI) before the analysis starts.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26 Oct – 1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dataset: indicators, sources, coverage and gaps (especially Montenegro).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demo, about 5 minutes per tool: loading the data, selecting countries and indicators and a first chart in Python, R, Gretl and Power BI.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write the data dictionary and handle missing values.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A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 from the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row per country and year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280160"/>
                <a:gridCol w="640080"/>
                <a:gridCol w="1828800"/>
                <a:gridCol w="201168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SL_UEM_1524_ZS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NY_GDP_PCAP_PP_KD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IT_NET_USER_ZS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38649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followed over many years. Codes are World Bank / IMF codes; in this file the dots are replaced by underscores, so the same names work in Python, R, Gretl and Power BI.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analysis, drop the row "EUU" (EU aggregate): it is not a country.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SECTION OF THE WEBSITE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 with the same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64008" cy="219456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coil_indicators_gretl.csv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codes with underscores. Use it in Gretl, Python and R (all the code in the methods module uses this file).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234440"/>
            <a:ext cx="64008" cy="2194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coil_indicators_wide.csv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4728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original codes with dots. Easiest for Excel and Power BI.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234440"/>
            <a:ext cx="64008" cy="2194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coil_indicators_long.csv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3620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country, year and indicator, with unit and source in every row. Handy for the data dictionary.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section also shows the coverage of every indicator by country, and the list of indicators with their units.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INDICATORS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dataset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Indicators (unit)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 market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total (% of labour force (modelled ILO estimate)) · Unemployment, youth (15-24) (% of labour force aged 15-24) · Female labour force participation (% of female population 15+)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and 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 per capita, PPP (constant 2021 international $) · GDP growth (annual %) · Inflation, consumer prices (annual %) · Services, value added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Inequality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index (index (0-100))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finance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government gross debt (% of GDP) · Tax revenue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Population, total (persons) · Population aged 65 and above (% of total population) · Fertility rate (births per woman)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school enrolment (% gross) · Government expenditure on education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expectancy at birth (years) · Current health expenditure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Individuals using the Internet (% of population) · Fixed broadband subscriptions (per 100 people)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Renewable energy consumption (% of total final energy consumption) · CO2 emissions per capita (excl. LULUCF) (t CO2e per capita)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you have to know about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82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data available, pink = missing (2010–2024)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715000" y="1143000"/>
            <a:ext cx="2971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150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16168" y="1600200"/>
            <a:ext cx="265176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 has no tax revenue data (15 of 15 years missing), and no CO2 or education spending series.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ends in 2021 for every country; the Gini index ends in 2022–2023.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expenditure ends in 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coverage before you choose your indicators and years.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20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first chart in four tools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18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15000" y="1143000"/>
            <a:ext cx="29718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15000" y="114300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16168" y="1600200"/>
            <a:ext cx="26517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COIL file.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Spain, Slovakia and Montenegro.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youth unemployment (SL_UEM_1524_ZS) from 2010 to 2025.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takes about 5 minutes: first without code (Power BI, Gretl), then with code (Python, R).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NO CODE NEEDED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writing code: Power BI and Gretl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283464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data &gt; Text/CSV &gt; coil_indicators_wide.csv &gt; Load.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Line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year. Y-axis: SL.UEM.1524.ZS. Legend: country.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pane: country is Spain, Slovakia, Montenegro.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year is a whole number, not summarised.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64008" cy="283464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Open data &gt; User file &gt; coil_indicators_gretl.csv.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Panel: unit = iso3, time = year.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iso3 == "ESP" || iso3 == "SVK" || iso3 == "MNE".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chart, type one line in the Gretl console: panplot SL_UEM_1524_ZS --overlay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give the chart on the previous slide. The step-by-step guide for each method is in the methods module.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OPTIONAL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code: Python and R (if your course uses them)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 + matplotlib)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pd.read_csv("coil_indicators_gretl.csv")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d[d.iso3.isin(["ESP", "SVK", "MNE"])]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h.pivot(index="year", columns="country",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values="SL_UEM_1524_ZS").plot()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plt.ylabel("Youth unemployment, 15-24 (%)")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1430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(ggplot2)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&lt;- read.csv("coil_indicators_gretl.csv")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&lt;- subset(d, iso3 %in% c("ESP", "SVK", "MNE"))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library(ggplot2)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ggplot(h, aes(year, SL_UEM_1524_ZS,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colour = country))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geom_line()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labs(y = "Youth unemployment, 15-24 (%)")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code from the folder where you saved the CSV file. In R, install ggplot2 once with install.packages("ggplot2").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DELIVERABLE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dictionary: one row per variable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325880"/>
                <a:gridCol w="1097280"/>
                <a:gridCol w="777240"/>
                <a:gridCol w="731520"/>
                <a:gridCol w="2148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 and what we did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youth_unemp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SL.UEM.1524.ZS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youth (15–24)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labour force 15–24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health_exp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SH.XPD.CHEX.GD.ZS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health expenditure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 2010 missing: Montenegro enters in 2011 (unbalanced panel)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GC.TAX.TOTL.GD.ZS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for Montenegro: country left out of this variable, stated in the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soon as you choose your indicators. It saves time in every later step and it is part of deliverable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fill a gap silently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14173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Change the year or the indicator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year or an indicator with full coverage for your countries.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1417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Leave the country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that variable only, and say so in the report and in every table (n = …).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88920"/>
            <a:ext cx="64008" cy="14173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Interpolate inside a country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between two known years, never beyond the last one. Mark the values you created.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788920"/>
            <a:ext cx="64008" cy="14173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Add another source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 or the national statistics office (e.g. MONSTAT). Document it in the data dictionary.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WEEK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checklist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704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dataset is ready (one row per country and year) and every variable is documented in a data dictionary.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562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has its code, unit, source and years in the data dictionary.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which gaps affect your countries and what you will do with them.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278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exploratory data analysis. Descriptive statistics and first charts are done, and the team agrees on what the data show.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from the teams · 15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Data workshop</dc:title>
  <dc:subject>PptxGenJS Presentation</dc:subject>
  <dc:creator>Ulysseus COIL teaching team</dc:creator>
  <cp:lastModifiedBy>Ulysseus COIL teaching team</cp:lastModifiedBy>
  <cp:revision>1</cp:revision>
  <dcterms:created xsi:type="dcterms:W3CDTF">2026-10-09T12:18:52Z</dcterms:created>
  <dcterms:modified xsi:type="dcterms:W3CDTF">2026-10-09T12:18:52Z</dcterms:modified>
</cp:coreProperties>
</file>